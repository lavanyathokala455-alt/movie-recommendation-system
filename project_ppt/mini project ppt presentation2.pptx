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7378" autoAdjust="0"/>
  </p:normalViewPr>
  <p:slideViewPr>
    <p:cSldViewPr>
      <p:cViewPr varScale="1">
        <p:scale>
          <a:sx n="73" d="100"/>
          <a:sy n="73" d="100"/>
        </p:scale>
        <p:origin x="-129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F6794F0-0A13-45A7-BA16-757A0620DD53}"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162DC9-0F24-4926-891B-FCDD785DCA00}" type="slidenum">
              <a:rPr lang="en-IN" smtClean="0"/>
              <a:t>‹#›</a:t>
            </a:fld>
            <a:endParaRPr lang="en-IN"/>
          </a:p>
        </p:txBody>
      </p:sp>
    </p:spTree>
    <p:extLst>
      <p:ext uri="{BB962C8B-B14F-4D97-AF65-F5344CB8AC3E}">
        <p14:creationId xmlns:p14="http://schemas.microsoft.com/office/powerpoint/2010/main" val="4167801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F6794F0-0A13-45A7-BA16-757A0620DD53}"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162DC9-0F24-4926-891B-FCDD785DCA00}" type="slidenum">
              <a:rPr lang="en-IN" smtClean="0"/>
              <a:t>‹#›</a:t>
            </a:fld>
            <a:endParaRPr lang="en-IN"/>
          </a:p>
        </p:txBody>
      </p:sp>
    </p:spTree>
    <p:extLst>
      <p:ext uri="{BB962C8B-B14F-4D97-AF65-F5344CB8AC3E}">
        <p14:creationId xmlns:p14="http://schemas.microsoft.com/office/powerpoint/2010/main" val="3645744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F6794F0-0A13-45A7-BA16-757A0620DD53}"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162DC9-0F24-4926-891B-FCDD785DCA00}" type="slidenum">
              <a:rPr lang="en-IN" smtClean="0"/>
              <a:t>‹#›</a:t>
            </a:fld>
            <a:endParaRPr lang="en-IN"/>
          </a:p>
        </p:txBody>
      </p:sp>
    </p:spTree>
    <p:extLst>
      <p:ext uri="{BB962C8B-B14F-4D97-AF65-F5344CB8AC3E}">
        <p14:creationId xmlns:p14="http://schemas.microsoft.com/office/powerpoint/2010/main" val="3908867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F6794F0-0A13-45A7-BA16-757A0620DD53}" type="datetimeFigureOut">
              <a:rPr lang="en-IN" smtClean="0"/>
              <a:t>25-06-2026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162DC9-0F24-4926-891B-FCDD785DCA00}" type="slidenum">
              <a:rPr lang="en-IN" smtClean="0"/>
              <a:t>‹#›</a:t>
            </a:fld>
            <a:endParaRPr lang="en-IN"/>
          </a:p>
        </p:txBody>
      </p:sp>
    </p:spTree>
    <p:extLst>
      <p:ext uri="{BB962C8B-B14F-4D97-AF65-F5344CB8AC3E}">
        <p14:creationId xmlns:p14="http://schemas.microsoft.com/office/powerpoint/2010/main" val="643392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F6794F0-0A13-45A7-BA16-757A0620DD53}" type="datetimeFigureOut">
              <a:rPr lang="en-IN" smtClean="0"/>
              <a:t>25-06-2026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162DC9-0F24-4926-891B-FCDD785DCA00}" type="slidenum">
              <a:rPr lang="en-IN" smtClean="0"/>
              <a:t>‹#›</a:t>
            </a:fld>
            <a:endParaRPr lang="en-IN"/>
          </a:p>
        </p:txBody>
      </p:sp>
    </p:spTree>
    <p:extLst>
      <p:ext uri="{BB962C8B-B14F-4D97-AF65-F5344CB8AC3E}">
        <p14:creationId xmlns:p14="http://schemas.microsoft.com/office/powerpoint/2010/main" val="3446732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F6794F0-0A13-45A7-BA16-757A0620DD53}" type="datetimeFigureOut">
              <a:rPr lang="en-IN" smtClean="0"/>
              <a:t>25-06-2026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162DC9-0F24-4926-891B-FCDD785DCA00}" type="slidenum">
              <a:rPr lang="en-IN" smtClean="0"/>
              <a:t>‹#›</a:t>
            </a:fld>
            <a:endParaRPr lang="en-IN"/>
          </a:p>
        </p:txBody>
      </p:sp>
    </p:spTree>
    <p:extLst>
      <p:ext uri="{BB962C8B-B14F-4D97-AF65-F5344CB8AC3E}">
        <p14:creationId xmlns:p14="http://schemas.microsoft.com/office/powerpoint/2010/main" val="3075877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6794F0-0A13-45A7-BA16-757A0620DD53}" type="datetimeFigureOut">
              <a:rPr lang="en-IN" smtClean="0"/>
              <a:t>25-06-2026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1162DC9-0F24-4926-891B-FCDD785DCA00}" type="slidenum">
              <a:rPr lang="en-IN" smtClean="0"/>
              <a:t>‹#›</a:t>
            </a:fld>
            <a:endParaRPr lang="en-IN"/>
          </a:p>
        </p:txBody>
      </p:sp>
    </p:spTree>
    <p:extLst>
      <p:ext uri="{BB962C8B-B14F-4D97-AF65-F5344CB8AC3E}">
        <p14:creationId xmlns:p14="http://schemas.microsoft.com/office/powerpoint/2010/main" val="1935242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F6794F0-0A13-45A7-BA16-757A0620DD53}" type="datetimeFigureOut">
              <a:rPr lang="en-IN" smtClean="0"/>
              <a:t>25-06-2026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162DC9-0F24-4926-891B-FCDD785DCA00}" type="slidenum">
              <a:rPr lang="en-IN" smtClean="0"/>
              <a:t>‹#›</a:t>
            </a:fld>
            <a:endParaRPr lang="en-IN"/>
          </a:p>
        </p:txBody>
      </p:sp>
    </p:spTree>
    <p:extLst>
      <p:ext uri="{BB962C8B-B14F-4D97-AF65-F5344CB8AC3E}">
        <p14:creationId xmlns:p14="http://schemas.microsoft.com/office/powerpoint/2010/main" val="4170095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F6794F0-0A13-45A7-BA16-757A0620DD53}" type="datetimeFigureOut">
              <a:rPr lang="en-IN" smtClean="0"/>
              <a:t>25-06-2026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162DC9-0F24-4926-891B-FCDD785DCA00}" type="slidenum">
              <a:rPr lang="en-IN" smtClean="0"/>
              <a:t>‹#›</a:t>
            </a:fld>
            <a:endParaRPr lang="en-IN"/>
          </a:p>
        </p:txBody>
      </p:sp>
    </p:spTree>
    <p:extLst>
      <p:ext uri="{BB962C8B-B14F-4D97-AF65-F5344CB8AC3E}">
        <p14:creationId xmlns:p14="http://schemas.microsoft.com/office/powerpoint/2010/main" val="2601107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F6794F0-0A13-45A7-BA16-757A0620DD53}"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162DC9-0F24-4926-891B-FCDD785DCA00}" type="slidenum">
              <a:rPr lang="en-IN" smtClean="0"/>
              <a:t>‹#›</a:t>
            </a:fld>
            <a:endParaRPr lang="en-IN"/>
          </a:p>
        </p:txBody>
      </p:sp>
    </p:spTree>
    <p:extLst>
      <p:ext uri="{BB962C8B-B14F-4D97-AF65-F5344CB8AC3E}">
        <p14:creationId xmlns:p14="http://schemas.microsoft.com/office/powerpoint/2010/main" val="1731887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F6794F0-0A13-45A7-BA16-757A0620DD53}"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162DC9-0F24-4926-891B-FCDD785DCA00}" type="slidenum">
              <a:rPr lang="en-IN" smtClean="0"/>
              <a:t>‹#›</a:t>
            </a:fld>
            <a:endParaRPr lang="en-IN"/>
          </a:p>
        </p:txBody>
      </p:sp>
    </p:spTree>
    <p:extLst>
      <p:ext uri="{BB962C8B-B14F-4D97-AF65-F5344CB8AC3E}">
        <p14:creationId xmlns:p14="http://schemas.microsoft.com/office/powerpoint/2010/main" val="2595131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16000" r="-16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6794F0-0A13-45A7-BA16-757A0620DD53}" type="datetimeFigureOut">
              <a:rPr lang="en-IN" smtClean="0"/>
              <a:t>25-06-2026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162DC9-0F24-4926-891B-FCDD785DCA00}" type="slidenum">
              <a:rPr lang="en-IN" smtClean="0"/>
              <a:t>‹#›</a:t>
            </a:fld>
            <a:endParaRPr lang="en-IN"/>
          </a:p>
        </p:txBody>
      </p:sp>
    </p:spTree>
    <p:extLst>
      <p:ext uri="{BB962C8B-B14F-4D97-AF65-F5344CB8AC3E}">
        <p14:creationId xmlns:p14="http://schemas.microsoft.com/office/powerpoint/2010/main" val="189815216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1" y="836713"/>
            <a:ext cx="6912769" cy="1944215"/>
          </a:xfrm>
        </p:spPr>
        <p:txBody>
          <a:bodyPr>
            <a:noAutofit/>
          </a:bodyPr>
          <a:lstStyle/>
          <a:p>
            <a:pPr algn="l"/>
            <a:r>
              <a:rPr lang="en-US" dirty="0" smtClean="0"/>
              <a:t>MOVIE RECOMMENDATION SYSTEM USING DJANGO</a:t>
            </a:r>
            <a:endParaRPr lang="en-IN" dirty="0"/>
          </a:p>
        </p:txBody>
      </p:sp>
      <p:sp>
        <p:nvSpPr>
          <p:cNvPr id="3" name="Subtitle 2"/>
          <p:cNvSpPr>
            <a:spLocks noGrp="1"/>
          </p:cNvSpPr>
          <p:nvPr>
            <p:ph type="subTitle" idx="1"/>
          </p:nvPr>
        </p:nvSpPr>
        <p:spPr>
          <a:xfrm>
            <a:off x="1371600" y="2924944"/>
            <a:ext cx="5792688" cy="1944216"/>
          </a:xfrm>
        </p:spPr>
        <p:txBody>
          <a:bodyPr>
            <a:normAutofit/>
          </a:bodyPr>
          <a:lstStyle/>
          <a:p>
            <a:pPr algn="l"/>
            <a:r>
              <a:rPr lang="en-US" sz="2800" dirty="0" smtClean="0">
                <a:solidFill>
                  <a:schemeClr val="tx1"/>
                </a:solidFill>
              </a:rPr>
              <a:t>MINI PROJECT PRESENTATION</a:t>
            </a:r>
          </a:p>
          <a:p>
            <a:pPr algn="l"/>
            <a:r>
              <a:rPr lang="en-US" sz="2800" dirty="0" smtClean="0">
                <a:solidFill>
                  <a:schemeClr val="tx1"/>
                </a:solidFill>
              </a:rPr>
              <a:t>SUBMTTED </a:t>
            </a:r>
            <a:r>
              <a:rPr lang="en-US" sz="2800" dirty="0" smtClean="0">
                <a:solidFill>
                  <a:schemeClr val="tx1"/>
                </a:solidFill>
              </a:rPr>
              <a:t>BY:T.LAVANYA</a:t>
            </a:r>
            <a:endParaRPr lang="en-US" sz="2800" dirty="0" smtClean="0">
              <a:solidFill>
                <a:schemeClr val="tx1"/>
              </a:solidFill>
            </a:endParaRPr>
          </a:p>
          <a:p>
            <a:pPr algn="l"/>
            <a:r>
              <a:rPr lang="en-US" sz="2800" smtClean="0">
                <a:solidFill>
                  <a:schemeClr val="tx1"/>
                </a:solidFill>
              </a:rPr>
              <a:t>ROLL </a:t>
            </a:r>
            <a:r>
              <a:rPr lang="en-US" sz="2800" smtClean="0">
                <a:solidFill>
                  <a:schemeClr val="tx1"/>
                </a:solidFill>
              </a:rPr>
              <a:t>NUMBER:23AK1A0455</a:t>
            </a:r>
            <a:endParaRPr lang="en-IN" sz="2800" dirty="0">
              <a:solidFill>
                <a:schemeClr val="tx1"/>
              </a:solidFill>
            </a:endParaRPr>
          </a:p>
        </p:txBody>
      </p:sp>
    </p:spTree>
    <p:extLst>
      <p:ext uri="{BB962C8B-B14F-4D97-AF65-F5344CB8AC3E}">
        <p14:creationId xmlns:p14="http://schemas.microsoft.com/office/powerpoint/2010/main" val="2181565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INTRODUCTION</a:t>
            </a:r>
            <a:endParaRPr lang="en-IN" sz="4000" dirty="0"/>
          </a:p>
        </p:txBody>
      </p:sp>
      <p:sp>
        <p:nvSpPr>
          <p:cNvPr id="3" name="Content Placeholder 2"/>
          <p:cNvSpPr>
            <a:spLocks noGrp="1"/>
          </p:cNvSpPr>
          <p:nvPr>
            <p:ph idx="1"/>
          </p:nvPr>
        </p:nvSpPr>
        <p:spPr/>
        <p:txBody>
          <a:bodyPr>
            <a:normAutofit/>
          </a:bodyPr>
          <a:lstStyle/>
          <a:p>
            <a:pPr algn="just"/>
            <a:r>
              <a:rPr lang="en-US" sz="2800" dirty="0" smtClean="0"/>
              <a:t>A Movie Recommendation System using </a:t>
            </a:r>
            <a:r>
              <a:rPr lang="en-US" sz="2800" dirty="0" err="1" smtClean="0"/>
              <a:t>Django</a:t>
            </a:r>
            <a:r>
              <a:rPr lang="en-US" sz="2800" dirty="0" smtClean="0"/>
              <a:t> is a web application that suggests movies to users based on their interests and preferences. It uses </a:t>
            </a:r>
            <a:r>
              <a:rPr lang="en-US" sz="2800" dirty="0" err="1" smtClean="0"/>
              <a:t>Django</a:t>
            </a:r>
            <a:r>
              <a:rPr lang="en-US" sz="2800" dirty="0" smtClean="0"/>
              <a:t> to manage movie data and provide personalized recommendations through a user-friendly interface.</a:t>
            </a:r>
            <a:endParaRPr lang="en-IN" sz="2800" dirty="0"/>
          </a:p>
        </p:txBody>
      </p:sp>
    </p:spTree>
    <p:extLst>
      <p:ext uri="{BB962C8B-B14F-4D97-AF65-F5344CB8AC3E}">
        <p14:creationId xmlns:p14="http://schemas.microsoft.com/office/powerpoint/2010/main" val="3258568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PROBLEM STATEMENT</a:t>
            </a:r>
            <a:endParaRPr lang="en-IN" sz="4000" dirty="0"/>
          </a:p>
        </p:txBody>
      </p:sp>
      <p:sp>
        <p:nvSpPr>
          <p:cNvPr id="3" name="Content Placeholder 2"/>
          <p:cNvSpPr>
            <a:spLocks noGrp="1"/>
          </p:cNvSpPr>
          <p:nvPr>
            <p:ph idx="1"/>
          </p:nvPr>
        </p:nvSpPr>
        <p:spPr/>
        <p:txBody>
          <a:bodyPr>
            <a:normAutofit/>
          </a:bodyPr>
          <a:lstStyle/>
          <a:p>
            <a:pPr algn="just"/>
            <a:r>
              <a:rPr lang="en-US" sz="2800" dirty="0" smtClean="0"/>
              <a:t>Users often find it difficult to choose movies from a large collection available online. The Movie Recommendation System using </a:t>
            </a:r>
            <a:r>
              <a:rPr lang="en-US" sz="2800" dirty="0" err="1" smtClean="0"/>
              <a:t>Django</a:t>
            </a:r>
            <a:r>
              <a:rPr lang="en-US" sz="2800" dirty="0" smtClean="0"/>
              <a:t> aims to provide personalized movie suggestions based on user preferences, helping users quickly discover relevant and interesting movies.</a:t>
            </a:r>
            <a:endParaRPr lang="en-IN" sz="2800" dirty="0"/>
          </a:p>
        </p:txBody>
      </p:sp>
    </p:spTree>
    <p:extLst>
      <p:ext uri="{BB962C8B-B14F-4D97-AF65-F5344CB8AC3E}">
        <p14:creationId xmlns:p14="http://schemas.microsoft.com/office/powerpoint/2010/main" val="3319644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874892"/>
          </a:xfrm>
        </p:spPr>
        <p:txBody>
          <a:bodyPr>
            <a:normAutofit/>
          </a:bodyPr>
          <a:lstStyle/>
          <a:p>
            <a:r>
              <a:rPr lang="en-US" sz="4000" dirty="0" smtClean="0"/>
              <a:t>OBJECTIVE</a:t>
            </a:r>
            <a:endParaRPr lang="en-IN" sz="4000" dirty="0"/>
          </a:p>
        </p:txBody>
      </p:sp>
      <p:sp>
        <p:nvSpPr>
          <p:cNvPr id="3" name="Content Placeholder 2"/>
          <p:cNvSpPr>
            <a:spLocks noGrp="1"/>
          </p:cNvSpPr>
          <p:nvPr>
            <p:ph idx="1"/>
          </p:nvPr>
        </p:nvSpPr>
        <p:spPr>
          <a:xfrm>
            <a:off x="467544" y="1124744"/>
            <a:ext cx="8229600" cy="4785396"/>
          </a:xfrm>
        </p:spPr>
        <p:txBody>
          <a:bodyPr>
            <a:normAutofit lnSpcReduction="10000"/>
          </a:bodyPr>
          <a:lstStyle/>
          <a:p>
            <a:pPr algn="just"/>
            <a:r>
              <a:rPr lang="en-US" sz="3000" dirty="0" smtClean="0"/>
              <a:t>To develop a web-based movie recommendation application using </a:t>
            </a:r>
            <a:r>
              <a:rPr lang="en-US" sz="3000" dirty="0" err="1" smtClean="0"/>
              <a:t>Django</a:t>
            </a:r>
            <a:r>
              <a:rPr lang="en-US" sz="3000" dirty="0" smtClean="0"/>
              <a:t>.</a:t>
            </a:r>
          </a:p>
          <a:p>
            <a:pPr algn="just"/>
            <a:r>
              <a:rPr lang="en-US" sz="3000" dirty="0" smtClean="0"/>
              <a:t>To recommend movies based on user preferences and interests.</a:t>
            </a:r>
          </a:p>
          <a:p>
            <a:pPr algn="just"/>
            <a:r>
              <a:rPr lang="en-US" sz="3000" dirty="0" smtClean="0"/>
              <a:t>To provide a simple and user-friendly interface for users.</a:t>
            </a:r>
          </a:p>
          <a:p>
            <a:pPr algn="just"/>
            <a:r>
              <a:rPr lang="en-US" sz="3000" dirty="0" smtClean="0"/>
              <a:t>To help users discover relevant movies quickly and easily.</a:t>
            </a:r>
          </a:p>
          <a:p>
            <a:pPr algn="just"/>
            <a:r>
              <a:rPr lang="en-US" sz="3000" dirty="0" smtClean="0"/>
              <a:t>To improve the overall movie selection experience.</a:t>
            </a:r>
            <a:endParaRPr lang="en-IN" sz="3000" dirty="0"/>
          </a:p>
        </p:txBody>
      </p:sp>
    </p:spTree>
    <p:extLst>
      <p:ext uri="{BB962C8B-B14F-4D97-AF65-F5344CB8AC3E}">
        <p14:creationId xmlns:p14="http://schemas.microsoft.com/office/powerpoint/2010/main" val="1967156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TECHNOLOGIES USED</a:t>
            </a:r>
            <a:endParaRPr lang="en-IN" sz="3600" dirty="0"/>
          </a:p>
        </p:txBody>
      </p:sp>
      <p:sp>
        <p:nvSpPr>
          <p:cNvPr id="3" name="Content Placeholder 2"/>
          <p:cNvSpPr>
            <a:spLocks noGrp="1"/>
          </p:cNvSpPr>
          <p:nvPr>
            <p:ph idx="1"/>
          </p:nvPr>
        </p:nvSpPr>
        <p:spPr/>
        <p:txBody>
          <a:bodyPr>
            <a:normAutofit/>
          </a:bodyPr>
          <a:lstStyle/>
          <a:p>
            <a:r>
              <a:rPr lang="en-IN" sz="2400" dirty="0" smtClean="0"/>
              <a:t>Python – Core programming language.</a:t>
            </a:r>
          </a:p>
          <a:p>
            <a:r>
              <a:rPr lang="en-IN" sz="2400" dirty="0" err="1" smtClean="0"/>
              <a:t>Django</a:t>
            </a:r>
            <a:r>
              <a:rPr lang="en-IN" sz="2400" dirty="0" smtClean="0"/>
              <a:t> – Web framework for backend development.</a:t>
            </a:r>
          </a:p>
          <a:p>
            <a:r>
              <a:rPr lang="en-IN" sz="2400" dirty="0" smtClean="0"/>
              <a:t>HTML – Structure of web pages.</a:t>
            </a:r>
          </a:p>
          <a:p>
            <a:r>
              <a:rPr lang="en-IN" sz="2400" dirty="0" smtClean="0"/>
              <a:t>CSS – Styling and design of the user interface.</a:t>
            </a:r>
          </a:p>
          <a:p>
            <a:r>
              <a:rPr lang="en-IN" sz="2400" dirty="0" smtClean="0"/>
              <a:t>JavaScript – Interactive frontend functionality.</a:t>
            </a:r>
          </a:p>
          <a:p>
            <a:r>
              <a:rPr lang="en-US" sz="2400" dirty="0" smtClean="0"/>
              <a:t>sqlite3</a:t>
            </a:r>
            <a:endParaRPr lang="en-IN" sz="2400" dirty="0"/>
          </a:p>
        </p:txBody>
      </p:sp>
    </p:spTree>
    <p:extLst>
      <p:ext uri="{BB962C8B-B14F-4D97-AF65-F5344CB8AC3E}">
        <p14:creationId xmlns:p14="http://schemas.microsoft.com/office/powerpoint/2010/main" val="609129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SYSTEM ARCHITECTURE</a:t>
            </a:r>
            <a:endParaRPr lang="en-IN" sz="4000" dirty="0"/>
          </a:p>
        </p:txBody>
      </p:sp>
      <p:sp>
        <p:nvSpPr>
          <p:cNvPr id="3" name="Content Placeholder 2"/>
          <p:cNvSpPr>
            <a:spLocks noGrp="1"/>
          </p:cNvSpPr>
          <p:nvPr>
            <p:ph idx="1"/>
          </p:nvPr>
        </p:nvSpPr>
        <p:spPr/>
        <p:txBody>
          <a:bodyPr>
            <a:normAutofit/>
          </a:bodyPr>
          <a:lstStyle/>
          <a:p>
            <a:r>
              <a:rPr lang="en-IN" sz="2800" dirty="0" smtClean="0"/>
              <a:t>User → Frontend → </a:t>
            </a:r>
            <a:r>
              <a:rPr lang="en-IN" sz="2800" dirty="0" err="1" smtClean="0"/>
              <a:t>Django</a:t>
            </a:r>
            <a:r>
              <a:rPr lang="en-IN" sz="2800" dirty="0" smtClean="0"/>
              <a:t> Server → Recommendation Engine → Database → Recommended Movies → User.</a:t>
            </a:r>
            <a:endParaRPr lang="en-IN" sz="2800" dirty="0"/>
          </a:p>
        </p:txBody>
      </p:sp>
    </p:spTree>
    <p:extLst>
      <p:ext uri="{BB962C8B-B14F-4D97-AF65-F5344CB8AC3E}">
        <p14:creationId xmlns:p14="http://schemas.microsoft.com/office/powerpoint/2010/main" val="1744100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PROJECT MODULES</a:t>
            </a:r>
            <a:endParaRPr lang="en-IN" sz="4000" dirty="0"/>
          </a:p>
        </p:txBody>
      </p:sp>
      <p:sp>
        <p:nvSpPr>
          <p:cNvPr id="3" name="Content Placeholder 2"/>
          <p:cNvSpPr>
            <a:spLocks noGrp="1"/>
          </p:cNvSpPr>
          <p:nvPr>
            <p:ph idx="1"/>
          </p:nvPr>
        </p:nvSpPr>
        <p:spPr/>
        <p:txBody>
          <a:bodyPr>
            <a:normAutofit/>
          </a:bodyPr>
          <a:lstStyle/>
          <a:p>
            <a:pPr>
              <a:buFont typeface="Wingdings" pitchFamily="2" charset="2"/>
              <a:buChar char="§"/>
            </a:pPr>
            <a:r>
              <a:rPr lang="en-IN" sz="2800" dirty="0" smtClean="0"/>
              <a:t>User Management Module:- User registration, login, and profile management.</a:t>
            </a:r>
          </a:p>
          <a:p>
            <a:pPr>
              <a:buFont typeface="Wingdings" pitchFamily="2" charset="2"/>
              <a:buChar char="§"/>
            </a:pPr>
            <a:r>
              <a:rPr lang="en-IN" sz="2800" dirty="0" smtClean="0"/>
              <a:t>Movie Database Module:- Stores movie details such as title, genre, rating, and description.</a:t>
            </a:r>
          </a:p>
          <a:p>
            <a:pPr>
              <a:buFont typeface="Wingdings" pitchFamily="2" charset="2"/>
              <a:buChar char="§"/>
            </a:pPr>
            <a:r>
              <a:rPr lang="en-IN" sz="2800" dirty="0" smtClean="0"/>
              <a:t>Search Module:- Allows users to search movies by name or genre.</a:t>
            </a:r>
          </a:p>
          <a:p>
            <a:pPr>
              <a:buFont typeface="Wingdings" pitchFamily="2" charset="2"/>
              <a:buChar char="§"/>
            </a:pPr>
            <a:r>
              <a:rPr lang="en-US" sz="2800" dirty="0" smtClean="0"/>
              <a:t>Recommendation Module:- Generates personalized movie recommendations based on user preferences.</a:t>
            </a:r>
          </a:p>
          <a:p>
            <a:pPr>
              <a:buFont typeface="Wingdings" pitchFamily="2" charset="2"/>
              <a:buChar char="§"/>
            </a:pPr>
            <a:endParaRPr lang="en-IN" sz="2800" dirty="0"/>
          </a:p>
        </p:txBody>
      </p:sp>
    </p:spTree>
    <p:extLst>
      <p:ext uri="{BB962C8B-B14F-4D97-AF65-F5344CB8AC3E}">
        <p14:creationId xmlns:p14="http://schemas.microsoft.com/office/powerpoint/2010/main" val="3587107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IMPLEMENTATION</a:t>
            </a:r>
            <a:endParaRPr lang="en-IN" sz="4000" dirty="0"/>
          </a:p>
        </p:txBody>
      </p:sp>
      <p:sp>
        <p:nvSpPr>
          <p:cNvPr id="3" name="Content Placeholder 2"/>
          <p:cNvSpPr>
            <a:spLocks noGrp="1"/>
          </p:cNvSpPr>
          <p:nvPr>
            <p:ph idx="1"/>
          </p:nvPr>
        </p:nvSpPr>
        <p:spPr>
          <a:xfrm>
            <a:off x="323528" y="1484784"/>
            <a:ext cx="8352928" cy="4525963"/>
          </a:xfrm>
        </p:spPr>
        <p:txBody>
          <a:bodyPr>
            <a:normAutofit/>
          </a:bodyPr>
          <a:lstStyle/>
          <a:p>
            <a:pPr algn="just"/>
            <a:r>
              <a:rPr lang="en-US" sz="2800" dirty="0" smtClean="0"/>
              <a:t>A Movie Recommendation System using </a:t>
            </a:r>
            <a:r>
              <a:rPr lang="en-US" sz="2800" dirty="0" err="1" smtClean="0"/>
              <a:t>Django</a:t>
            </a:r>
            <a:r>
              <a:rPr lang="en-US" sz="2800" dirty="0" smtClean="0"/>
              <a:t> is developed to provide personalized movie suggestions based on user preferences and movie characteristics. The system stores movie details and user ratings, then applies recommendation algorithms to identify similar and relevant movies. </a:t>
            </a:r>
            <a:r>
              <a:rPr lang="en-US" sz="2800" dirty="0" err="1" smtClean="0"/>
              <a:t>Django's</a:t>
            </a:r>
            <a:r>
              <a:rPr lang="en-US" sz="2800" dirty="0" smtClean="0"/>
              <a:t> MVT architecture efficiently manages data processing, user interactions, and result presentation, delivering an intelligent and user-friendly movie discovery platform.</a:t>
            </a:r>
            <a:endParaRPr lang="en-IN" sz="2800" dirty="0"/>
          </a:p>
        </p:txBody>
      </p:sp>
    </p:spTree>
    <p:extLst>
      <p:ext uri="{BB962C8B-B14F-4D97-AF65-F5344CB8AC3E}">
        <p14:creationId xmlns:p14="http://schemas.microsoft.com/office/powerpoint/2010/main" val="1743666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RESULTS AND OUTPUT</a:t>
            </a:r>
            <a:endParaRPr lang="en-IN" sz="4000" dirty="0"/>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394" y="1556792"/>
            <a:ext cx="8797823" cy="4332928"/>
          </a:xfrm>
        </p:spPr>
      </p:pic>
    </p:spTree>
    <p:extLst>
      <p:ext uri="{BB962C8B-B14F-4D97-AF65-F5344CB8AC3E}">
        <p14:creationId xmlns:p14="http://schemas.microsoft.com/office/powerpoint/2010/main" val="1306528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CONCLUSION</a:t>
            </a:r>
            <a:endParaRPr lang="en-IN" sz="4000" dirty="0"/>
          </a:p>
        </p:txBody>
      </p:sp>
      <p:sp>
        <p:nvSpPr>
          <p:cNvPr id="3" name="Content Placeholder 2"/>
          <p:cNvSpPr>
            <a:spLocks noGrp="1"/>
          </p:cNvSpPr>
          <p:nvPr>
            <p:ph idx="1"/>
          </p:nvPr>
        </p:nvSpPr>
        <p:spPr/>
        <p:txBody>
          <a:bodyPr>
            <a:normAutofit/>
          </a:bodyPr>
          <a:lstStyle/>
          <a:p>
            <a:r>
              <a:rPr lang="en-US" sz="2800" dirty="0" smtClean="0"/>
              <a:t>The Movie Recommendation System using </a:t>
            </a:r>
            <a:r>
              <a:rPr lang="en-US" sz="2800" dirty="0" err="1" smtClean="0"/>
              <a:t>Django</a:t>
            </a:r>
            <a:r>
              <a:rPr lang="en-US" sz="2800" dirty="0" smtClean="0"/>
              <a:t> successfully provides personalized movie suggestions based on user preferences. It helps users discover suitable movies quickly, improves the movie selection experience, and demonstrates the effective use of </a:t>
            </a:r>
            <a:r>
              <a:rPr lang="en-US" sz="2800" dirty="0" err="1" smtClean="0"/>
              <a:t>Django</a:t>
            </a:r>
            <a:r>
              <a:rPr lang="en-US" sz="2800" dirty="0" smtClean="0"/>
              <a:t> for developing intelligent web applications.</a:t>
            </a:r>
            <a:endParaRPr lang="en-IN" sz="2800" dirty="0"/>
          </a:p>
        </p:txBody>
      </p:sp>
    </p:spTree>
    <p:extLst>
      <p:ext uri="{BB962C8B-B14F-4D97-AF65-F5344CB8AC3E}">
        <p14:creationId xmlns:p14="http://schemas.microsoft.com/office/powerpoint/2010/main" val="16827691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287</TotalTime>
  <Words>373</Words>
  <Application>Microsoft Office PowerPoint</Application>
  <PresentationFormat>On-screen Show (4:3)</PresentationFormat>
  <Paragraphs>33</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MOVIE RECOMMENDATION SYSTEM USING DJANGO</vt:lpstr>
      <vt:lpstr>INTRODUCTION</vt:lpstr>
      <vt:lpstr>PROBLEM STATEMENT</vt:lpstr>
      <vt:lpstr>OBJECTIVE</vt:lpstr>
      <vt:lpstr>TECHNOLOGIES USED</vt:lpstr>
      <vt:lpstr>SYSTEM ARCHITECTURE</vt:lpstr>
      <vt:lpstr>PROJECT MODULES</vt:lpstr>
      <vt:lpstr>IMPLEMENTATION</vt:lpstr>
      <vt:lpstr>RESULTS AND OUTPUT</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12</cp:revision>
  <dcterms:created xsi:type="dcterms:W3CDTF">2026-06-25T07:48:13Z</dcterms:created>
  <dcterms:modified xsi:type="dcterms:W3CDTF">2026-06-25T14:16:09Z</dcterms:modified>
</cp:coreProperties>
</file>